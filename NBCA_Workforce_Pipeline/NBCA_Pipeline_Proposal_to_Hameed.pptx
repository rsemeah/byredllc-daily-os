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NBCA WORKFORCE PIPELINE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Turnkey Operating System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109728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8404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Proposal Prepared for Br. Hameed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President, National Black Contractors Association of America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Building Legacy. Constructing Futures.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60350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Presented by Penn Enterprises LLC  +  Rory Semeah   | 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assets exist. None have ever been systematically connected.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356616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Contractors Are Short-Staffed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sites consistently lack reliable, vetted labor — creating daily delays and missed revenue.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56616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737360"/>
            <a:ext cx="356616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Workers Are Ready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35204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community has trained, motivated workers available — with no structured pathway to placement.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56616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737360"/>
            <a:ext cx="356616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32104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Funding Is On The Table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35204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NBCA's apprenticeship program generates $0.77 per verified hour — tied directly to tracked time on site.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have built the bridge.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Penn Enterprises LLC  |  NBCA Workforce Pipeline Proposal  |  April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NBCA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What's Already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 operational documents. This is not a plan. It is a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18745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Operational Forms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Intake, dispatch, time logs, verification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828800"/>
            <a:ext cx="73152" cy="18745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56616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Standard Operating Procedures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Dispatch, hours, capacity, flow control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828800"/>
            <a:ext cx="73152" cy="18745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35508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Legal &amp; Compliance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MOU, expectation agreement, safety + incident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15400" y="182880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1828800"/>
            <a:ext cx="73152" cy="18745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14400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Playbooks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0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Demand engine, 3-day plan, Week 1 ignition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931920"/>
            <a:ext cx="73152" cy="18745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777240" y="4800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 Build Artifacts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5212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Supabase schema, v0 app build prompt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393192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3931920"/>
            <a:ext cx="73152" cy="18745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3566160" y="4800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 &amp; Field Kits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66160" y="5212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Outreach scripts, field acquisition kit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93192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3931920"/>
            <a:ext cx="73152" cy="18745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6355080" y="4800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Financial Framework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55080" y="5212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Pay rates + invoice templates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915400" y="393192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15400" y="3931920"/>
            <a:ext cx="73152" cy="18745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9144000" y="4800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Master Pitch Deck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44000" y="5212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28-page initiative document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Replacement cost if commissioned from scratch: $15,000 – $25,000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Penn Enterprises LLC  |  NBCA Workforce Pipeline Proposal  |  April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6424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NBCA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System In One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Disciplined, repeatable, scales without rewriting SOPs.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6948" y="2743200"/>
            <a:ext cx="1298448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26948" y="3108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Recruit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25396" y="3200400"/>
            <a:ext cx="4572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71116" y="2743200"/>
            <a:ext cx="1298448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1116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71116" y="3108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Intake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69564" y="3200400"/>
            <a:ext cx="4572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5284" y="2743200"/>
            <a:ext cx="1298448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5284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15284" y="3108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Dispatch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13732" y="3200400"/>
            <a:ext cx="4572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9452" y="2743200"/>
            <a:ext cx="1298448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9452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9452" y="3108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Site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57900" y="3200400"/>
            <a:ext cx="4572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3620" y="2743200"/>
            <a:ext cx="1298448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3620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03620" y="3108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Verified Hours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02068" y="3200400"/>
            <a:ext cx="4572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47788" y="2743200"/>
            <a:ext cx="1298448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47788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47788" y="3108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BCA Funding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746236" y="3200400"/>
            <a:ext cx="4572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91956" y="2743200"/>
            <a:ext cx="1298448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91956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791956" y="3108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Invoice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090404" y="3200400"/>
            <a:ext cx="45720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36124" y="2743200"/>
            <a:ext cx="1298448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36124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136124" y="310896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Lock-In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47788" y="379476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$0.77 per verified hour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5029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5:45 AM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548640" y="5532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dispatch start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37560" y="5029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3337560" y="5532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Demand levers running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5029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126480" y="5532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Tier reliability scoring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15400" y="5029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 15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8915400" y="5532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Contractor billing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Penn Enterprises LLC  |  NBCA Workforce Pipeline Proposal  |  April 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6424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NBCA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NBCA Receives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complete, deployable operating system — paper today, software next month.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685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Document Library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26 operational documents, branded and editable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73152" cy="685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737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Dispatch SOPs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Hour-by-hour morning operations playbook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73152" cy="685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786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Reliability Scoring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8986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5-tier worker scoring with auto tier adjustment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578608"/>
            <a:ext cx="73152" cy="685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5786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Demand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8986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10-lever playbook + outreach scripts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19856"/>
            <a:ext cx="73152" cy="685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198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Pay &amp; Invoice System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7398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Tiered rates and Net-15 invoice templates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419856"/>
            <a:ext cx="73152" cy="685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4198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Safety &amp; Compliance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37398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OSHA-aligned forms + incident reporting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61104"/>
            <a:ext cx="73152" cy="685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261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v0 + Supabase App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5811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Full-stack dispatch app, deployable in days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4261104"/>
            <a:ext cx="73152" cy="685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261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Sheets Backup Tracker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45811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Operates Day 1 with zero tech dependency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102352"/>
            <a:ext cx="73152" cy="685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1023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Launch Playbooks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5422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3-day execution + Week 1 ignition plan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5102352"/>
            <a:ext cx="73152" cy="685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51023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Role Definitions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55080" y="5422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Each role mapped morning, midday, end of day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Penn Enterprises LLC  |  NBCA Workforce Pipeline Proposal  |  April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6424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NBCA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Team In The Seat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Roles defined hour-by-hour. No ambiguity about who owns what.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94560"/>
            <a:ext cx="1097280" cy="10972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10312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03120" y="2468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Lead / Operations Director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834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Runs ops. Drives demand. Owns contractor relationships. Final daily decisions.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48640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194560"/>
            <a:ext cx="1097280" cy="10972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68096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Idris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80960" y="2468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Dispatch Manager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2834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on the floor at 5:45 AM. Runs check-in, assignments, overflow, midday site checks.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48640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297680"/>
            <a:ext cx="1097280" cy="10972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297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210312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Keymon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103120" y="4572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Intake &amp; Admin Coordinator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4937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 memory. Worker forms, time logs, BCA submissions, payroll prep.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931920"/>
            <a:ext cx="548640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297680"/>
            <a:ext cx="1097280" cy="10972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297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768096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Br. Hameed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80960" y="4572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Oversight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80960" y="4937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approval, MOU sign-off, BCA funding compliance. Not in daily ops.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Penn Enterprises LLC  |  NBCA Workforce Pipeline Proposal  |  April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NBCA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 compounding streams. Funding scales linearly. Margin scales with volume.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73152" cy="1371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STREAM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Apprenticeship Funding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$0.77 per verified hour, paid through NBCA's program. Scales 1:1 with workforce hours.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4864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737360"/>
            <a:ext cx="73152" cy="1371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STREAM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Contractor Markup Spread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46520" y="2560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$5–14 per worker per hour above worker pay. Compounds with placement volume.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11155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2194560"/>
                <a:gridCol w="219456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PHASE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WORKERS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WEEKLY FUNDING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WEEKLY MARGIN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MONTHLY GROSS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Phase 1 — Launch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5–10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$308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$1.5k–3k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$7k–14k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Phase 2 — Scale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15–25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$616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$5k–10k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$25k–45k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Phase 3 — Dominate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30–50+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$1,540+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$15k–30k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$70k–130k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Figures based on 8 hours/day, 5 days/week placement, supervisor-verified.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Penn Enterprises LLC  |  NBCA Workforce Pipeline Proposal  |  April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NBCA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Launch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Controlled growth. Workforce always aligned with verified demand.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356616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75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LAUNCH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Weeks 1–4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063240"/>
            <a:ext cx="914400" cy="0"/>
          </a:xfrm>
          <a:prstGeom prst="line">
            <a:avLst/>
          </a:prstGeom>
          <a:noFill/>
          <a:ln w="1905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WORKFORCE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5–10 workers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4023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JOBS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3–5 jobs/day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846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51206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Validate systems, build contractor trust, establish dispatch rhythm.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1783080"/>
            <a:ext cx="35661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783080"/>
            <a:ext cx="356616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6280" y="2075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2628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Months 2–3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26280" y="3063240"/>
            <a:ext cx="914400" cy="0"/>
          </a:xfrm>
          <a:prstGeom prst="line">
            <a:avLst/>
          </a:prstGeom>
          <a:noFill/>
          <a:ln w="1905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WORKFORCE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2628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15–25 workers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26280" y="4023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JOBS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26280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8–12 jobs/day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26280" y="4846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26280" y="51206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Expand contractor relationships. Lock in recurring accounts. Deepen volume.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1783080"/>
            <a:ext cx="35661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1783080"/>
            <a:ext cx="356616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75320" y="2075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DOMINATE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27532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Months 4+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75320" y="3063240"/>
            <a:ext cx="914400" cy="0"/>
          </a:xfrm>
          <a:prstGeom prst="line">
            <a:avLst/>
          </a:prstGeom>
          <a:noFill/>
          <a:ln w="1905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532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WORKFORCE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7532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30–50+ workers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75320" y="4023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JOBS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75320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20+ jobs/day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75320" y="4846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75320" y="51206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operational capacity. Regional contractor network. Repeatable model.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Penn Enterprises LLC  |  NBCA Workforce Pipeline Proposal  |  April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6424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NBCA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We Need From NBCA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Five inputs. No capital from NBCA required to launch.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Green Light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1488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Approval to begin operations Monday morning following sign-off.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6424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5176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544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Office Space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0175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 of NBCA office as the daily worker gathering point during Phase 1.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6424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2044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55448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BCA System Access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8862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Login credentials to submit verified hours weekly into the apprenticeship program.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106424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8912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55448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Contractor MOU Sign-Off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47548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Br. Hameed's signature on the first two contractor agreements to establish authority.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106424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25780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54480" y="5349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Brand Authority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56235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Permission to represent NBCA in field outreach, contractor calls, and worker recruitment.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Penn Enterprises LLC  |  NBCA Workforce Pipeline Proposal  |  April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NBCA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Investment Options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structures. Pick the one that aligns with how NBCA wants to engage.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OPTION 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Turnkey License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$35,000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One-time payment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914400" cy="0"/>
          </a:xfrm>
          <a:prstGeom prst="line">
            <a:avLst/>
          </a:prstGeom>
          <a:noFill/>
          <a:ln w="1905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947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system handoff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26 documents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v0 + Supabase app build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30-day launch support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NBCA owns it forever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783080"/>
            <a:ext cx="35661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OPTION 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+ Operate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$15,000 + $4,500/mo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Setup + 6-month retainer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3657600"/>
            <a:ext cx="914400" cy="0"/>
          </a:xfrm>
          <a:prstGeom prst="line">
            <a:avLst/>
          </a:prstGeom>
          <a:noFill/>
          <a:ln w="1905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7947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Everything in Option 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 runs daily ops oversight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maintenance included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Friday BCA submissions handled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Year 1 total: $42,000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1783080"/>
            <a:ext cx="3566160" cy="4663440"/>
          </a:xfrm>
          <a:prstGeom prst="rect">
            <a:avLst/>
          </a:prstGeom>
          <a:solidFill>
            <a:srgbClr val="1A1A1A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783080"/>
            <a:ext cx="3566160" cy="32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OPTION 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Partnership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2104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$5,000 + 15% gross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32104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12-month term, $60k cap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0" y="3931920"/>
            <a:ext cx="914400" cy="0"/>
          </a:xfrm>
          <a:prstGeom prst="line">
            <a:avLst/>
          </a:prstGeom>
          <a:noFill/>
          <a:ln w="1905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40690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Lowest upfront cost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 earns as NBCA earns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Aligned incentives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system + operator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win when NBCA wins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653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Penn Enterprises LLC  |  NBCA Workforce Pipeline Proposal  |  April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NBCA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THIS — WHY NOW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week without this system is revenue NBCA leaves uncollected.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54864" cy="5943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2278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funding stream is sitting on the table.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35387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$0.77/hr accrues only when verified hours are submitted. No system, no revenue.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959352"/>
            <a:ext cx="54864" cy="5943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9410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Contractors are calling for labor every day.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4251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Demand is not theoretical. Job sites are short-staffed in our backyard right now.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672584"/>
            <a:ext cx="54864" cy="5943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465429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community has workers ready to go.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49651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Trained, motivated, with no structured pathway to placement until today.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5385816"/>
            <a:ext cx="54864" cy="5943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53675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have done the unglamorous work.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56784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5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Forms, SOPs, scripts, compliance, app build. The part most operators skip.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NBCA gets a running operation. Not a deck.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Building Legacy.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Constructing Futures.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18288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977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Awaiting your green light, Br. Hameed.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937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KP — Penn Enterprises LLC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577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kp@pennenterprisesllc.com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62636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Penn Enterprises LLC  +  Rory Semeah   | 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NBCA Workforce Pipeline Proposal</dc:title>
  <dc:subject>PptxGenJS Presentation</dc:subject>
  <dc:creator>Penn Enterprises LLC</dc:creator>
  <cp:lastModifiedBy>Penn Enterprises LLC</cp:lastModifiedBy>
  <cp:revision>1</cp:revision>
  <dcterms:created xsi:type="dcterms:W3CDTF">2026-04-25T07:34:00Z</dcterms:created>
  <dcterms:modified xsi:type="dcterms:W3CDTF">2026-04-25T07:34:00Z</dcterms:modified>
</cp:coreProperties>
</file>